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0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1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51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01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51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02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52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03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F4E"/>
    <a:srgbClr val="2A2F4D"/>
    <a:srgbClr val="2F34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A47BF-2F5F-5B02-004C-3D3F040FE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0ED703-9F8C-91AD-03D9-CE5CA7D19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9" indent="0" algn="ctr">
              <a:buNone/>
              <a:defRPr sz="2000"/>
            </a:lvl2pPr>
            <a:lvl3pPr marL="914359" indent="0" algn="ctr">
              <a:buNone/>
              <a:defRPr sz="1799"/>
            </a:lvl3pPr>
            <a:lvl4pPr marL="1371538" indent="0" algn="ctr">
              <a:buNone/>
              <a:defRPr sz="1600"/>
            </a:lvl4pPr>
            <a:lvl5pPr marL="1828718" indent="0" algn="ctr">
              <a:buNone/>
              <a:defRPr sz="1600"/>
            </a:lvl5pPr>
            <a:lvl6pPr marL="2285897" indent="0" algn="ctr">
              <a:buNone/>
              <a:defRPr sz="1600"/>
            </a:lvl6pPr>
            <a:lvl7pPr marL="2743077" indent="0" algn="ctr">
              <a:buNone/>
              <a:defRPr sz="1600"/>
            </a:lvl7pPr>
            <a:lvl8pPr marL="3200255" indent="0" algn="ctr">
              <a:buNone/>
              <a:defRPr sz="1600"/>
            </a:lvl8pPr>
            <a:lvl9pPr marL="3657434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0D5D49-29BD-3DC5-A8E8-66295E86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6AE4-E619-4360-977E-EDD9C4EF0233}" type="datetimeFigureOut">
              <a:rPr lang="pt-BR" smtClean="0"/>
              <a:t>18/06/2023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EB8E86-B0D7-87AD-476A-97DEBDDB6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25D923-5BBC-0FBE-F3BD-5FA6368A4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A2AE2-FDE1-4E45-A8A7-6D15A208B8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422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A63AC-A7D2-710D-2BF3-7907B98F0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9468A5-61D0-8A10-EE65-E77638730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BBE985-E700-9194-A7D7-93E59871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6AE4-E619-4360-977E-EDD9C4EF0233}" type="datetimeFigureOut">
              <a:rPr lang="pt-BR" smtClean="0"/>
              <a:t>18/06/2023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AB6EB6-0DC5-0F38-F702-814BFD03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EBE59E-EAF5-EF6D-6588-29FB52A6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A2AE2-FDE1-4E45-A8A7-6D15A208B8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88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8B970-0C27-DECD-445C-CCB8004D5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2E99CA-CE3E-950F-0099-564CF4D76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9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5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9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00BD02-D4CD-2928-FBAF-68E32A0F0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6AE4-E619-4360-977E-EDD9C4EF0233}" type="datetimeFigureOut">
              <a:rPr lang="pt-BR" smtClean="0"/>
              <a:t>18/06/2023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4380D1-AD88-A2E2-9685-643F1123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67A8FE-3734-EEF7-14CA-946905BB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A2AE2-FDE1-4E45-A8A7-6D15A208B8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72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30E58-237B-0C62-09B2-F3FA211BC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C55E38-36C9-6E21-E370-8DF2CB481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78C085-D371-635C-3675-D0FE1376B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70F75A-A84B-6C26-9A5F-9F0DDD91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6AE4-E619-4360-977E-EDD9C4EF0233}" type="datetimeFigureOut">
              <a:rPr lang="pt-BR" smtClean="0"/>
              <a:t>18/06/2023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D2D9C2-E942-F312-4B7D-05A0D0248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913E49-3D69-9FDE-0EF1-7549B2460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A2AE2-FDE1-4E45-A8A7-6D15A208B8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626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56856-F84F-0696-D472-2F656A0E0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398972-7B36-53BA-BB17-40307328F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9" indent="0">
              <a:buNone/>
              <a:defRPr sz="2000" b="1"/>
            </a:lvl2pPr>
            <a:lvl3pPr marL="914359" indent="0">
              <a:buNone/>
              <a:defRPr sz="1799" b="1"/>
            </a:lvl3pPr>
            <a:lvl4pPr marL="1371538" indent="0">
              <a:buNone/>
              <a:defRPr sz="1600" b="1"/>
            </a:lvl4pPr>
            <a:lvl5pPr marL="1828718" indent="0">
              <a:buNone/>
              <a:defRPr sz="1600" b="1"/>
            </a:lvl5pPr>
            <a:lvl6pPr marL="2285897" indent="0">
              <a:buNone/>
              <a:defRPr sz="1600" b="1"/>
            </a:lvl6pPr>
            <a:lvl7pPr marL="2743077" indent="0">
              <a:buNone/>
              <a:defRPr sz="1600" b="1"/>
            </a:lvl7pPr>
            <a:lvl8pPr marL="3200255" indent="0">
              <a:buNone/>
              <a:defRPr sz="1600" b="1"/>
            </a:lvl8pPr>
            <a:lvl9pPr marL="3657434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690C45-9C17-F4BC-A8BA-570D76A00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3155F65-EB8A-7044-FC3B-D7D3A0F8B2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9" indent="0">
              <a:buNone/>
              <a:defRPr sz="2000" b="1"/>
            </a:lvl2pPr>
            <a:lvl3pPr marL="914359" indent="0">
              <a:buNone/>
              <a:defRPr sz="1799" b="1"/>
            </a:lvl3pPr>
            <a:lvl4pPr marL="1371538" indent="0">
              <a:buNone/>
              <a:defRPr sz="1600" b="1"/>
            </a:lvl4pPr>
            <a:lvl5pPr marL="1828718" indent="0">
              <a:buNone/>
              <a:defRPr sz="1600" b="1"/>
            </a:lvl5pPr>
            <a:lvl6pPr marL="2285897" indent="0">
              <a:buNone/>
              <a:defRPr sz="1600" b="1"/>
            </a:lvl6pPr>
            <a:lvl7pPr marL="2743077" indent="0">
              <a:buNone/>
              <a:defRPr sz="1600" b="1"/>
            </a:lvl7pPr>
            <a:lvl8pPr marL="3200255" indent="0">
              <a:buNone/>
              <a:defRPr sz="1600" b="1"/>
            </a:lvl8pPr>
            <a:lvl9pPr marL="3657434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114ABCA-6ECA-FD44-E4A2-37DCDDFAA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C864DEE-C67C-9749-3A3A-1A7ED086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6AE4-E619-4360-977E-EDD9C4EF0233}" type="datetimeFigureOut">
              <a:rPr lang="pt-BR" smtClean="0"/>
              <a:t>18/06/2023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36268C-9354-9B98-AF51-9C70EC85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712F4E-62F0-81BF-CC53-1BC9114C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A2AE2-FDE1-4E45-A8A7-6D15A208B8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418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24090-0A0D-6B2E-AD45-C7586A02B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A837768-ABFE-FFFD-FA78-1A655BB1F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6AE4-E619-4360-977E-EDD9C4EF0233}" type="datetimeFigureOut">
              <a:rPr lang="pt-BR" smtClean="0"/>
              <a:t>18/06/2023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B48005-8FF8-EA2D-3355-19DFE27A8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007CE3-83B1-9EB9-5097-25DEB92BB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A2AE2-FDE1-4E45-A8A7-6D15A208B8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269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7A90C6B-AA88-3665-209E-A06277CD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6AE4-E619-4360-977E-EDD9C4EF0233}" type="datetimeFigureOut">
              <a:rPr lang="pt-BR" smtClean="0"/>
              <a:t>18/06/2023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86CFD07-3A25-DB9F-683B-825D9E2C8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8934DF-306F-B99A-4DAD-9967EF0C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A2AE2-FDE1-4E45-A8A7-6D15A208B8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2439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883DF-10A2-D0A9-51C0-541C6D383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57D3D8-4769-7A9C-CF7A-A6A6A21F4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6D933E-50B3-65E0-5C8F-6AB53F161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9" indent="0">
              <a:buNone/>
              <a:defRPr sz="1400"/>
            </a:lvl2pPr>
            <a:lvl3pPr marL="914359" indent="0">
              <a:buNone/>
              <a:defRPr sz="1200"/>
            </a:lvl3pPr>
            <a:lvl4pPr marL="1371538" indent="0">
              <a:buNone/>
              <a:defRPr sz="1000"/>
            </a:lvl4pPr>
            <a:lvl5pPr marL="1828718" indent="0">
              <a:buNone/>
              <a:defRPr sz="1000"/>
            </a:lvl5pPr>
            <a:lvl6pPr marL="2285897" indent="0">
              <a:buNone/>
              <a:defRPr sz="1000"/>
            </a:lvl6pPr>
            <a:lvl7pPr marL="2743077" indent="0">
              <a:buNone/>
              <a:defRPr sz="1000"/>
            </a:lvl7pPr>
            <a:lvl8pPr marL="3200255" indent="0">
              <a:buNone/>
              <a:defRPr sz="1000"/>
            </a:lvl8pPr>
            <a:lvl9pPr marL="3657434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3AAC7D-B218-19EB-8835-CF2CA22B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6AE4-E619-4360-977E-EDD9C4EF0233}" type="datetimeFigureOut">
              <a:rPr lang="pt-BR" smtClean="0"/>
              <a:t>18/06/2023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996608-2235-7CC2-A33F-C16CB3AF2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7B19A6-99A8-5E1A-0282-BA3B9D79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A2AE2-FDE1-4E45-A8A7-6D15A208B8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019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8B2EA-9B4A-E58B-677A-362E866FA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077713F-45D4-5FA3-F94A-153749E45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9" indent="0">
              <a:buNone/>
              <a:defRPr sz="2800"/>
            </a:lvl2pPr>
            <a:lvl3pPr marL="914359" indent="0">
              <a:buNone/>
              <a:defRPr sz="2400"/>
            </a:lvl3pPr>
            <a:lvl4pPr marL="1371538" indent="0">
              <a:buNone/>
              <a:defRPr sz="2000"/>
            </a:lvl4pPr>
            <a:lvl5pPr marL="1828718" indent="0">
              <a:buNone/>
              <a:defRPr sz="2000"/>
            </a:lvl5pPr>
            <a:lvl6pPr marL="2285897" indent="0">
              <a:buNone/>
              <a:defRPr sz="2000"/>
            </a:lvl6pPr>
            <a:lvl7pPr marL="2743077" indent="0">
              <a:buNone/>
              <a:defRPr sz="2000"/>
            </a:lvl7pPr>
            <a:lvl8pPr marL="3200255" indent="0">
              <a:buNone/>
              <a:defRPr sz="2000"/>
            </a:lvl8pPr>
            <a:lvl9pPr marL="3657434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A7F295-5E79-5FF9-69CB-40CC45D26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9" indent="0">
              <a:buNone/>
              <a:defRPr sz="1400"/>
            </a:lvl2pPr>
            <a:lvl3pPr marL="914359" indent="0">
              <a:buNone/>
              <a:defRPr sz="1200"/>
            </a:lvl3pPr>
            <a:lvl4pPr marL="1371538" indent="0">
              <a:buNone/>
              <a:defRPr sz="1000"/>
            </a:lvl4pPr>
            <a:lvl5pPr marL="1828718" indent="0">
              <a:buNone/>
              <a:defRPr sz="1000"/>
            </a:lvl5pPr>
            <a:lvl6pPr marL="2285897" indent="0">
              <a:buNone/>
              <a:defRPr sz="1000"/>
            </a:lvl6pPr>
            <a:lvl7pPr marL="2743077" indent="0">
              <a:buNone/>
              <a:defRPr sz="1000"/>
            </a:lvl7pPr>
            <a:lvl8pPr marL="3200255" indent="0">
              <a:buNone/>
              <a:defRPr sz="1000"/>
            </a:lvl8pPr>
            <a:lvl9pPr marL="3657434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565187-B530-7C58-45C0-B17FBC655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6AE4-E619-4360-977E-EDD9C4EF0233}" type="datetimeFigureOut">
              <a:rPr lang="pt-BR" smtClean="0"/>
              <a:t>18/06/2023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098CA6-97A2-4A0C-9C28-A6849E589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323F37-1E74-1909-058F-2DDA6FDA2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A2AE2-FDE1-4E45-A8A7-6D15A208B8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771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2D1A0-4A52-C91A-6BBF-22790095C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FB460D-25EE-D301-93E6-DAD56CDAB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B5D6DB-E441-7E85-D352-1FE006CB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6AE4-E619-4360-977E-EDD9C4EF0233}" type="datetimeFigureOut">
              <a:rPr lang="pt-BR" smtClean="0"/>
              <a:t>18/06/2023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8EA4DC-76A8-CA6D-A7CE-B2AE63556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2EEDA5-7FB3-09E5-0E16-40D39B465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A2AE2-FDE1-4E45-A8A7-6D15A208B8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4922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E3B247-EE07-3475-BECB-D36FB248D7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4E8A64-F32B-9810-F4A4-3C77758D2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FBEF38-48A1-99FE-6CDA-2E190716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6AE4-E619-4360-977E-EDD9C4EF0233}" type="datetimeFigureOut">
              <a:rPr lang="pt-BR" smtClean="0"/>
              <a:t>18/06/2023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D63756-EE60-F258-89F1-8C60715B9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92F8DF-DA13-AA03-81E7-1C2A5AEC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A2AE2-FDE1-4E45-A8A7-6D15A208B8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85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725562B-1FFB-2567-21E1-15D82F1B7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13BBA9-7BB5-231F-5014-A644AB30D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221AA6-8D75-6456-77CA-C79F2B558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86AE4-E619-4360-977E-EDD9C4EF0233}" type="datetimeFigureOut">
              <a:rPr lang="pt-BR" smtClean="0"/>
              <a:t>18/06/2023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CF9B79-841D-EB71-52A0-D59D5D0E7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0A7E9E-2B15-B931-8E6A-1D27F9FD0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A2AE2-FDE1-4E45-A8A7-6D15A208B8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636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0" indent="-228590" algn="l" defTabSz="91435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9" indent="-228590" algn="l" defTabSz="91435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9" indent="-228590" algn="l" defTabSz="91435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8" indent="-228590" algn="l" defTabSz="91435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307" indent="-228590" algn="l" defTabSz="91435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487" indent="-228590" algn="l" defTabSz="91435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665" indent="-228590" algn="l" defTabSz="91435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845" indent="-228590" algn="l" defTabSz="91435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6024" indent="-228590" algn="l" defTabSz="91435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79" algn="l" defTabSz="91435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59" algn="l" defTabSz="91435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8" algn="l" defTabSz="91435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718" algn="l" defTabSz="91435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897" algn="l" defTabSz="91435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077" algn="l" defTabSz="91435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255" algn="l" defTabSz="91435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434" algn="l" defTabSz="91435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Agrupar 73">
            <a:extLst>
              <a:ext uri="{FF2B5EF4-FFF2-40B4-BE49-F238E27FC236}">
                <a16:creationId xmlns:a16="http://schemas.microsoft.com/office/drawing/2014/main" id="{DC96FD51-4309-4A81-07FF-4809ADAE52A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B90ADB17-5F03-257C-0831-9EF31CBF14F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72F4E"/>
            </a:solidFill>
            <a:ln>
              <a:solidFill>
                <a:srgbClr val="2A2F4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 descr="Forma&#10;&#10;Descrição gerada automaticamente com confiança baixa">
              <a:extLst>
                <a:ext uri="{FF2B5EF4-FFF2-40B4-BE49-F238E27FC236}">
                  <a16:creationId xmlns:a16="http://schemas.microsoft.com/office/drawing/2014/main" id="{84E7C026-B31A-EA98-666A-A82FCA03F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422" y="125211"/>
              <a:ext cx="784541" cy="784541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91AAEF48-62F9-EB4A-B0AF-BC05B65E8CB0}"/>
                </a:ext>
              </a:extLst>
            </p:cNvPr>
            <p:cNvSpPr txBox="1"/>
            <p:nvPr/>
          </p:nvSpPr>
          <p:spPr>
            <a:xfrm>
              <a:off x="227991" y="786642"/>
              <a:ext cx="10743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</a:rPr>
                <a:t>Logo da empresa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30DA6B08-0141-18EF-47DD-6B1FCF47185F}"/>
                </a:ext>
              </a:extLst>
            </p:cNvPr>
            <p:cNvSpPr txBox="1"/>
            <p:nvPr/>
          </p:nvSpPr>
          <p:spPr>
            <a:xfrm>
              <a:off x="1339425" y="263085"/>
              <a:ext cx="29167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b="1" dirty="0">
                  <a:solidFill>
                    <a:schemeClr val="bg1"/>
                  </a:solidFill>
                </a:rPr>
                <a:t>Controle de Transporte – Torre de Controle</a:t>
              </a:r>
            </a:p>
          </p:txBody>
        </p: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E69BD66-6757-3CB7-EC8E-F40772B32703}"/>
                </a:ext>
              </a:extLst>
            </p:cNvPr>
            <p:cNvCxnSpPr>
              <a:cxnSpLocks/>
            </p:cNvCxnSpPr>
            <p:nvPr/>
          </p:nvCxnSpPr>
          <p:spPr>
            <a:xfrm>
              <a:off x="1423775" y="594174"/>
              <a:ext cx="2748062" cy="337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9B3F79B-BADB-14E0-1E05-800A6FDA19D7}"/>
                </a:ext>
              </a:extLst>
            </p:cNvPr>
            <p:cNvSpPr txBox="1"/>
            <p:nvPr/>
          </p:nvSpPr>
          <p:spPr>
            <a:xfrm>
              <a:off x="1334744" y="642008"/>
              <a:ext cx="13532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</a:rPr>
                <a:t>Performance - Revisão</a:t>
              </a:r>
            </a:p>
          </p:txBody>
        </p:sp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F7349899-94CB-9684-0EF7-19C95D3AF782}"/>
                </a:ext>
              </a:extLst>
            </p:cNvPr>
            <p:cNvSpPr/>
            <p:nvPr/>
          </p:nvSpPr>
          <p:spPr>
            <a:xfrm>
              <a:off x="217626" y="1182541"/>
              <a:ext cx="1805081" cy="5471612"/>
            </a:xfrm>
            <a:prstGeom prst="roundRect">
              <a:avLst>
                <a:gd name="adj" fmla="val 9745"/>
              </a:avLst>
            </a:prstGeom>
            <a:solidFill>
              <a:srgbClr val="2F344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id="{7C20BFBF-F271-3331-148A-4249871F9282}"/>
                </a:ext>
              </a:extLst>
            </p:cNvPr>
            <p:cNvSpPr/>
            <p:nvPr/>
          </p:nvSpPr>
          <p:spPr>
            <a:xfrm>
              <a:off x="2190813" y="1173153"/>
              <a:ext cx="4533670" cy="2526032"/>
            </a:xfrm>
            <a:prstGeom prst="roundRect">
              <a:avLst>
                <a:gd name="adj" fmla="val 4191"/>
              </a:avLst>
            </a:prstGeom>
            <a:solidFill>
              <a:srgbClr val="2F344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BB23791D-D8B3-60D9-776B-24F1B9B009C5}"/>
                </a:ext>
              </a:extLst>
            </p:cNvPr>
            <p:cNvSpPr/>
            <p:nvPr/>
          </p:nvSpPr>
          <p:spPr>
            <a:xfrm>
              <a:off x="9268279" y="1165922"/>
              <a:ext cx="2715422" cy="5488231"/>
            </a:xfrm>
            <a:prstGeom prst="roundRect">
              <a:avLst>
                <a:gd name="adj" fmla="val 5922"/>
              </a:avLst>
            </a:prstGeom>
            <a:solidFill>
              <a:srgbClr val="2F344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tângulo: Cantos Arredondados 40">
              <a:extLst>
                <a:ext uri="{FF2B5EF4-FFF2-40B4-BE49-F238E27FC236}">
                  <a16:creationId xmlns:a16="http://schemas.microsoft.com/office/drawing/2014/main" id="{3BC75707-F36A-343D-673D-6EB54EC943BA}"/>
                </a:ext>
              </a:extLst>
            </p:cNvPr>
            <p:cNvSpPr/>
            <p:nvPr/>
          </p:nvSpPr>
          <p:spPr>
            <a:xfrm>
              <a:off x="6859423" y="1173153"/>
              <a:ext cx="2257333" cy="2526033"/>
            </a:xfrm>
            <a:prstGeom prst="roundRect">
              <a:avLst>
                <a:gd name="adj" fmla="val 5922"/>
              </a:avLst>
            </a:prstGeom>
            <a:solidFill>
              <a:srgbClr val="2F344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E1DA7559-AE85-DAB2-E02E-3F8B16DA60ED}"/>
                </a:ext>
              </a:extLst>
            </p:cNvPr>
            <p:cNvSpPr/>
            <p:nvPr/>
          </p:nvSpPr>
          <p:spPr>
            <a:xfrm>
              <a:off x="2174229" y="3840144"/>
              <a:ext cx="4550253" cy="2814011"/>
            </a:xfrm>
            <a:prstGeom prst="roundRect">
              <a:avLst>
                <a:gd name="adj" fmla="val 5922"/>
              </a:avLst>
            </a:prstGeom>
            <a:solidFill>
              <a:srgbClr val="2F344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: Cantos Arredondados 43">
              <a:extLst>
                <a:ext uri="{FF2B5EF4-FFF2-40B4-BE49-F238E27FC236}">
                  <a16:creationId xmlns:a16="http://schemas.microsoft.com/office/drawing/2014/main" id="{8858313D-6F0F-3DC2-9468-FB4AC3749239}"/>
                </a:ext>
              </a:extLst>
            </p:cNvPr>
            <p:cNvSpPr/>
            <p:nvPr/>
          </p:nvSpPr>
          <p:spPr>
            <a:xfrm>
              <a:off x="6859423" y="3840144"/>
              <a:ext cx="2257333" cy="2814009"/>
            </a:xfrm>
            <a:prstGeom prst="roundRect">
              <a:avLst>
                <a:gd name="adj" fmla="val 5922"/>
              </a:avLst>
            </a:prstGeom>
            <a:solidFill>
              <a:srgbClr val="2F344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61" name="Agrupar 60">
              <a:extLst>
                <a:ext uri="{FF2B5EF4-FFF2-40B4-BE49-F238E27FC236}">
                  <a16:creationId xmlns:a16="http://schemas.microsoft.com/office/drawing/2014/main" id="{B18CF6AF-8C00-D182-A7EE-76EA511AD430}"/>
                </a:ext>
              </a:extLst>
            </p:cNvPr>
            <p:cNvGrpSpPr/>
            <p:nvPr/>
          </p:nvGrpSpPr>
          <p:grpSpPr>
            <a:xfrm>
              <a:off x="5533592" y="255622"/>
              <a:ext cx="1508031" cy="720000"/>
              <a:chOff x="5144507" y="247212"/>
              <a:chExt cx="1508031" cy="720000"/>
            </a:xfrm>
          </p:grpSpPr>
          <p:sp>
            <p:nvSpPr>
              <p:cNvPr id="28" name="Retângulo: Cantos Arredondados 27">
                <a:extLst>
                  <a:ext uri="{FF2B5EF4-FFF2-40B4-BE49-F238E27FC236}">
                    <a16:creationId xmlns:a16="http://schemas.microsoft.com/office/drawing/2014/main" id="{1397D47B-98B4-7451-55C7-C0112D0A9156}"/>
                  </a:ext>
                </a:extLst>
              </p:cNvPr>
              <p:cNvSpPr/>
              <p:nvPr/>
            </p:nvSpPr>
            <p:spPr>
              <a:xfrm>
                <a:off x="5144507" y="247212"/>
                <a:ext cx="1508031" cy="720000"/>
              </a:xfrm>
              <a:prstGeom prst="roundRect">
                <a:avLst/>
              </a:prstGeom>
              <a:solidFill>
                <a:srgbClr val="2F3448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27EE474E-5CE7-41CB-C390-F8AA3D95BA80}"/>
                  </a:ext>
                </a:extLst>
              </p:cNvPr>
              <p:cNvSpPr txBox="1"/>
              <p:nvPr/>
            </p:nvSpPr>
            <p:spPr>
              <a:xfrm>
                <a:off x="5325288" y="265904"/>
                <a:ext cx="114646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dirty="0">
                    <a:solidFill>
                      <a:schemeClr val="bg1"/>
                    </a:solidFill>
                  </a:rPr>
                  <a:t>Volume Expedidos</a:t>
                </a:r>
              </a:p>
            </p:txBody>
          </p:sp>
          <p:pic>
            <p:nvPicPr>
              <p:cNvPr id="50" name="Imagem 49" descr="Forma&#10;&#10;Descrição gerada automaticamente com confiança baixa">
                <a:extLst>
                  <a:ext uri="{FF2B5EF4-FFF2-40B4-BE49-F238E27FC236}">
                    <a16:creationId xmlns:a16="http://schemas.microsoft.com/office/drawing/2014/main" id="{B40F3F30-42D2-264E-4B95-9320BD753B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11491" y="596685"/>
                <a:ext cx="276801" cy="276801"/>
              </a:xfrm>
              <a:prstGeom prst="rect">
                <a:avLst/>
              </a:prstGeom>
            </p:spPr>
          </p:pic>
        </p:grpSp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id="{B5735DBA-D08C-51E5-6F88-BEF0736FBEF2}"/>
                </a:ext>
              </a:extLst>
            </p:cNvPr>
            <p:cNvGrpSpPr/>
            <p:nvPr/>
          </p:nvGrpSpPr>
          <p:grpSpPr>
            <a:xfrm>
              <a:off x="8828310" y="255622"/>
              <a:ext cx="1508031" cy="720000"/>
              <a:chOff x="8599377" y="270525"/>
              <a:chExt cx="1508031" cy="720000"/>
            </a:xfrm>
          </p:grpSpPr>
          <p:sp>
            <p:nvSpPr>
              <p:cNvPr id="26" name="Retângulo: Cantos Arredondados 25">
                <a:extLst>
                  <a:ext uri="{FF2B5EF4-FFF2-40B4-BE49-F238E27FC236}">
                    <a16:creationId xmlns:a16="http://schemas.microsoft.com/office/drawing/2014/main" id="{751C2ECF-F355-D95E-CB3D-713ADFC71D99}"/>
                  </a:ext>
                </a:extLst>
              </p:cNvPr>
              <p:cNvSpPr/>
              <p:nvPr/>
            </p:nvSpPr>
            <p:spPr>
              <a:xfrm>
                <a:off x="8599377" y="270525"/>
                <a:ext cx="1508031" cy="720000"/>
              </a:xfrm>
              <a:prstGeom prst="roundRect">
                <a:avLst/>
              </a:prstGeom>
              <a:solidFill>
                <a:srgbClr val="2F3448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ADDA0710-24A8-2AA1-4A24-95DA0201A6E4}"/>
                  </a:ext>
                </a:extLst>
              </p:cNvPr>
              <p:cNvSpPr txBox="1"/>
              <p:nvPr/>
            </p:nvSpPr>
            <p:spPr>
              <a:xfrm>
                <a:off x="8942228" y="296266"/>
                <a:ext cx="84991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dirty="0">
                    <a:solidFill>
                      <a:schemeClr val="bg1"/>
                    </a:solidFill>
                  </a:rPr>
                  <a:t>Notas Fiscais</a:t>
                </a:r>
              </a:p>
            </p:txBody>
          </p:sp>
          <p:pic>
            <p:nvPicPr>
              <p:cNvPr id="52" name="Imagem 51" descr="Forma&#10;&#10;Descrição gerada automaticamente com confiança baixa">
                <a:extLst>
                  <a:ext uri="{FF2B5EF4-FFF2-40B4-BE49-F238E27FC236}">
                    <a16:creationId xmlns:a16="http://schemas.microsoft.com/office/drawing/2014/main" id="{C639C313-62BB-3CFB-BB50-623FFF575F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18376" y="589673"/>
                <a:ext cx="246221" cy="246221"/>
              </a:xfrm>
              <a:prstGeom prst="rect">
                <a:avLst/>
              </a:prstGeom>
            </p:spPr>
          </p:pic>
        </p:grpSp>
        <p:grpSp>
          <p:nvGrpSpPr>
            <p:cNvPr id="58" name="Agrupar 57">
              <a:extLst>
                <a:ext uri="{FF2B5EF4-FFF2-40B4-BE49-F238E27FC236}">
                  <a16:creationId xmlns:a16="http://schemas.microsoft.com/office/drawing/2014/main" id="{2039A977-F5D6-4C20-E38C-AB171EA43A17}"/>
                </a:ext>
              </a:extLst>
            </p:cNvPr>
            <p:cNvGrpSpPr/>
            <p:nvPr/>
          </p:nvGrpSpPr>
          <p:grpSpPr>
            <a:xfrm>
              <a:off x="10475670" y="255622"/>
              <a:ext cx="1508031" cy="720000"/>
              <a:chOff x="10437151" y="247212"/>
              <a:chExt cx="1508031" cy="720000"/>
            </a:xfrm>
          </p:grpSpPr>
          <p:sp>
            <p:nvSpPr>
              <p:cNvPr id="30" name="Retângulo: Cantos Arredondados 29">
                <a:extLst>
                  <a:ext uri="{FF2B5EF4-FFF2-40B4-BE49-F238E27FC236}">
                    <a16:creationId xmlns:a16="http://schemas.microsoft.com/office/drawing/2014/main" id="{6DEBE8DD-9C81-385B-DE8B-E2EB4259C777}"/>
                  </a:ext>
                </a:extLst>
              </p:cNvPr>
              <p:cNvSpPr/>
              <p:nvPr/>
            </p:nvSpPr>
            <p:spPr>
              <a:xfrm>
                <a:off x="10437151" y="247212"/>
                <a:ext cx="1508031" cy="720000"/>
              </a:xfrm>
              <a:prstGeom prst="roundRect">
                <a:avLst/>
              </a:prstGeom>
              <a:solidFill>
                <a:srgbClr val="2F3448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2553D456-25A7-3A3F-4C24-F1468B1D8536}"/>
                  </a:ext>
                </a:extLst>
              </p:cNvPr>
              <p:cNvSpPr txBox="1"/>
              <p:nvPr/>
            </p:nvSpPr>
            <p:spPr>
              <a:xfrm>
                <a:off x="10774340" y="285453"/>
                <a:ext cx="86594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dirty="0">
                    <a:solidFill>
                      <a:schemeClr val="bg1"/>
                    </a:solidFill>
                  </a:rPr>
                  <a:t>Faturamento</a:t>
                </a:r>
              </a:p>
            </p:txBody>
          </p:sp>
          <p:pic>
            <p:nvPicPr>
              <p:cNvPr id="54" name="Imagem 53" descr="Forma&#10;&#10;Descrição gerada automaticamente com confiança baixa">
                <a:extLst>
                  <a:ext uri="{FF2B5EF4-FFF2-40B4-BE49-F238E27FC236}">
                    <a16:creationId xmlns:a16="http://schemas.microsoft.com/office/drawing/2014/main" id="{47D6AA2D-0F11-3BF0-F64C-E409337166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93689" y="563635"/>
                <a:ext cx="285969" cy="285969"/>
              </a:xfrm>
              <a:prstGeom prst="rect">
                <a:avLst/>
              </a:prstGeom>
            </p:spPr>
          </p:pic>
        </p:grpSp>
        <p:grpSp>
          <p:nvGrpSpPr>
            <p:cNvPr id="60" name="Agrupar 59">
              <a:extLst>
                <a:ext uri="{FF2B5EF4-FFF2-40B4-BE49-F238E27FC236}">
                  <a16:creationId xmlns:a16="http://schemas.microsoft.com/office/drawing/2014/main" id="{DE77EE12-EEB1-D990-7B9C-96C867DEF966}"/>
                </a:ext>
              </a:extLst>
            </p:cNvPr>
            <p:cNvGrpSpPr/>
            <p:nvPr/>
          </p:nvGrpSpPr>
          <p:grpSpPr>
            <a:xfrm>
              <a:off x="7180951" y="255622"/>
              <a:ext cx="1508031" cy="739548"/>
              <a:chOff x="6891937" y="227664"/>
              <a:chExt cx="1508031" cy="739548"/>
            </a:xfrm>
          </p:grpSpPr>
          <p:sp>
            <p:nvSpPr>
              <p:cNvPr id="29" name="Retângulo: Cantos Arredondados 28">
                <a:extLst>
                  <a:ext uri="{FF2B5EF4-FFF2-40B4-BE49-F238E27FC236}">
                    <a16:creationId xmlns:a16="http://schemas.microsoft.com/office/drawing/2014/main" id="{CC180E69-F99A-ACF0-6EBA-30989DC48430}"/>
                  </a:ext>
                </a:extLst>
              </p:cNvPr>
              <p:cNvSpPr/>
              <p:nvPr/>
            </p:nvSpPr>
            <p:spPr>
              <a:xfrm>
                <a:off x="6891937" y="247212"/>
                <a:ext cx="1508031" cy="720000"/>
              </a:xfrm>
              <a:prstGeom prst="roundRect">
                <a:avLst/>
              </a:prstGeom>
              <a:solidFill>
                <a:srgbClr val="2F3448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CB1E1DF9-A3BD-9997-0F1D-49D0D6F1264E}"/>
                  </a:ext>
                </a:extLst>
              </p:cNvPr>
              <p:cNvSpPr txBox="1"/>
              <p:nvPr/>
            </p:nvSpPr>
            <p:spPr>
              <a:xfrm>
                <a:off x="7269086" y="227664"/>
                <a:ext cx="75373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dirty="0">
                    <a:solidFill>
                      <a:schemeClr val="bg1"/>
                    </a:solidFill>
                  </a:rPr>
                  <a:t>Peso Bruto</a:t>
                </a:r>
              </a:p>
            </p:txBody>
          </p:sp>
          <p:pic>
            <p:nvPicPr>
              <p:cNvPr id="56" name="Imagem 55" descr="Forma&#10;&#10;Descrição gerada automaticamente com confiança baixa">
                <a:extLst>
                  <a:ext uri="{FF2B5EF4-FFF2-40B4-BE49-F238E27FC236}">
                    <a16:creationId xmlns:a16="http://schemas.microsoft.com/office/drawing/2014/main" id="{31B2F16B-50CE-3721-A131-EDCCB1E67C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72194" y="501467"/>
                <a:ext cx="380375" cy="380375"/>
              </a:xfrm>
              <a:prstGeom prst="rect">
                <a:avLst/>
              </a:prstGeom>
            </p:spPr>
          </p:pic>
        </p:grpSp>
        <p:sp>
          <p:nvSpPr>
            <p:cNvPr id="63" name="Retângulo: Cantos Arredondados 62">
              <a:extLst>
                <a:ext uri="{FF2B5EF4-FFF2-40B4-BE49-F238E27FC236}">
                  <a16:creationId xmlns:a16="http://schemas.microsoft.com/office/drawing/2014/main" id="{0EC2BEB7-DEA3-7F67-D9F7-1546CB2F341E}"/>
                </a:ext>
              </a:extLst>
            </p:cNvPr>
            <p:cNvSpPr/>
            <p:nvPr/>
          </p:nvSpPr>
          <p:spPr>
            <a:xfrm>
              <a:off x="227991" y="1189772"/>
              <a:ext cx="1805081" cy="5471612"/>
            </a:xfrm>
            <a:prstGeom prst="roundRect">
              <a:avLst>
                <a:gd name="adj" fmla="val 9745"/>
              </a:avLst>
            </a:prstGeom>
            <a:solidFill>
              <a:srgbClr val="2F344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Retângulo: Cantos Arredondados 64">
              <a:extLst>
                <a:ext uri="{FF2B5EF4-FFF2-40B4-BE49-F238E27FC236}">
                  <a16:creationId xmlns:a16="http://schemas.microsoft.com/office/drawing/2014/main" id="{1786F338-B61F-198E-900A-F5024E506B5A}"/>
                </a:ext>
              </a:extLst>
            </p:cNvPr>
            <p:cNvSpPr/>
            <p:nvPr/>
          </p:nvSpPr>
          <p:spPr>
            <a:xfrm>
              <a:off x="9274497" y="1173153"/>
              <a:ext cx="2715422" cy="5488231"/>
            </a:xfrm>
            <a:prstGeom prst="roundRect">
              <a:avLst>
                <a:gd name="adj" fmla="val 5922"/>
              </a:avLst>
            </a:prstGeom>
            <a:solidFill>
              <a:srgbClr val="2F344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Retângulo: Cantos Arredondados 66">
              <a:extLst>
                <a:ext uri="{FF2B5EF4-FFF2-40B4-BE49-F238E27FC236}">
                  <a16:creationId xmlns:a16="http://schemas.microsoft.com/office/drawing/2014/main" id="{2DAC146F-08F0-966E-8780-BF2F5203C980}"/>
                </a:ext>
              </a:extLst>
            </p:cNvPr>
            <p:cNvSpPr/>
            <p:nvPr/>
          </p:nvSpPr>
          <p:spPr>
            <a:xfrm>
              <a:off x="234209" y="1173153"/>
              <a:ext cx="1805081" cy="5471612"/>
            </a:xfrm>
            <a:prstGeom prst="roundRect">
              <a:avLst>
                <a:gd name="adj" fmla="val 9745"/>
              </a:avLst>
            </a:prstGeom>
            <a:solidFill>
              <a:srgbClr val="2F344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995381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8F2F5BD-BED8-4FA4-A34D-8664A5978A3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13" r="22126"/>
          <a:stretch/>
        </p:blipFill>
        <p:spPr>
          <a:xfrm>
            <a:off x="794606" y="508966"/>
            <a:ext cx="3135187" cy="34207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81978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C36BFA3F7CA2244925E07107AC027F4" ma:contentTypeVersion="14" ma:contentTypeDescription="Crie um novo documento." ma:contentTypeScope="" ma:versionID="f1dad3fd801066effaaa78d394a00547">
  <xsd:schema xmlns:xsd="http://www.w3.org/2001/XMLSchema" xmlns:xs="http://www.w3.org/2001/XMLSchema" xmlns:p="http://schemas.microsoft.com/office/2006/metadata/properties" xmlns:ns2="27abfcf4-a53b-45ec-9541-9b00a41a0f09" xmlns:ns3="df20de4e-4892-4869-a652-a7c915abf32f" targetNamespace="http://schemas.microsoft.com/office/2006/metadata/properties" ma:root="true" ma:fieldsID="cab3a69541c8979052db647cfac11b15" ns2:_="" ns3:_="">
    <xsd:import namespace="27abfcf4-a53b-45ec-9541-9b00a41a0f09"/>
    <xsd:import namespace="df20de4e-4892-4869-a652-a7c915abf3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abfcf4-a53b-45ec-9541-9b00a41a0f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bdd6607b-17a9-4d68-980a-d0ce8eb27d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20de4e-4892-4869-a652-a7c915abf32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2878446-74c9-4094-890e-e361259db24f}" ma:internalName="TaxCatchAll" ma:showField="CatchAllData" ma:web="df20de4e-4892-4869-a652-a7c915abf3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ABC285-1D32-48A5-953A-2B67FCBD5327}"/>
</file>

<file path=customXml/itemProps2.xml><?xml version="1.0" encoding="utf-8"?>
<ds:datastoreItem xmlns:ds="http://schemas.openxmlformats.org/officeDocument/2006/customXml" ds:itemID="{119A00F2-6DCF-490A-8575-0B687E0B5B1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269</TotalTime>
  <Words>20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Letícia Smirelli</dc:creator>
  <cp:lastModifiedBy>Letícia Smirelli</cp:lastModifiedBy>
  <cp:revision>3</cp:revision>
  <dcterms:created xsi:type="dcterms:W3CDTF">2023-06-18T20:49:14Z</dcterms:created>
  <dcterms:modified xsi:type="dcterms:W3CDTF">2023-06-19T01:18:42Z</dcterms:modified>
</cp:coreProperties>
</file>